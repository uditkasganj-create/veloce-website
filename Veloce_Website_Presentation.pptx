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Website Design Process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veloce-websiteveloce-website.onrender.com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Performance Footwear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Product Showcase Website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Development Process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Design Process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&amp; Planning: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Selected a 'Product Showcase' theme focusing on high-performance athletic footwear to create a premium brand presence.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Wireframing &amp; Layout: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Adopted a 'Mobile-First' approach, designing a clear Hero Section, Features Segment, and Interactive Product Showcase.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Curated a sleek, dark-mode palette accented with vibrant colors to reflect speed, performance, and modern aesthetics.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using React, Tailwind CSS for styling, and Framer Motion for rapid prototyping and micro-animations.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Iterations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Focus: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Leveraged design iterations to experiment with typography, layout structures, and color contrasts.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Improvements: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Adjusted contrast on promotional banners to ensure readability against dynamic backgrounds.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Refinements: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Progressively added scroll-down animations to the hero section and improved the product display layout.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Remember to insert screenshot of early drafts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Website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Website Link:</a:t>
            </a:r>
            <a:pPr indent="0" marL="0">
              <a:buNone/>
            </a:pPr>
            <a:r>
              <a:rPr lang="en-US" sz="1800" u="sng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https://veloce-websiteveloce-website.onrender.com/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Successfully deployed a fully responsive, modern e-commerce platform hosted on Render.com.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Remember to insert screenshot of the final website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 &amp; Originality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Design: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relying on generic templates, a custom high-contrast dark mode aesthetic was developed.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 Experience: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Integrated purpose-driven micro-animations that respond to user scrolling and hovering.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Alignment: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unique color scheme and sleek typography perfectly align with the high-end, speed-oriented identity of the Veloce brand.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Veloce Footwear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Veloce Performance Footwear</dc:title>
  <dc:subject>Website Design Document</dc:subject>
  <dc:creator>Veloce</dc:creator>
  <cp:lastModifiedBy>Veloce</cp:lastModifiedBy>
  <cp:revision>1</cp:revision>
  <dcterms:created xsi:type="dcterms:W3CDTF">2026-03-04T18:02:43Z</dcterms:created>
  <dcterms:modified xsi:type="dcterms:W3CDTF">2026-03-04T18:02:43Z</dcterms:modified>
</cp:coreProperties>
</file>